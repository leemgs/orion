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Sharpness 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6F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C8E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C84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Interior coord-dom (R_C=0.80)</c:v>
                  </c:pt>
                  <c:pt idx="1">
                    <c:v>Interior I/O (R_B=0.75)</c:v>
                  </c:pt>
                  <c:pt idx="2">
                    <c:v>Bandwidth boundary theta_B</c:v>
                  </c:pt>
                  <c:pt idx="3">
                    <c:v>Capacity boundary theta_C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0.28</c:v>
                </c:pt>
                <c:pt idx="2">
                  <c:v>3.74</c:v>
                </c:pt>
                <c:pt idx="3">
                  <c:v>4.12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3344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ORION paper — Research Presentation. Four key numbers: S=4.12 sharpness at capacity boundary, theta_C=0.50 (analytic), 93.4% classifier accuracy, 3.2x throughput-per-Watt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CO2 numbers: IEA 2024 global average 494 gCO2/kWh. Energy penalty of misaligned memory orchestration is substantial and avoidable.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thesis: NOT continuously optimisable. Strategy rankings invert — not just diminishing returns — across regime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tools deliver gains in some configurations but fail in others — sometimes worsening latency. No framework explains this heterogeneity.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Llama-3 8B example: 80GB HBM, W=41.8GB -&gt; R_C=1.91 (coordination-dominated). Constrain to 20GB HBM -&gt; R_C=0.48 (capacity-limited). Both computed analytically, no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regimes. The key finding: strategy rankings INVERT across boundaries — not just diminishing returns. FlexGen: -18.4% in coord-dom, +8.2% in I/O-limited.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 map shows 2D (R_C, R_B) space. Red shading = empirically observed failure regions. Filled markers = Llama-3 8B operating points from Introduction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lower bound proves regime transitions are mathematically inevitable. rho measured via CUPTI synthetic streaming kernel. ORION achieves 8-14% gap from bound — near-achievable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theta_C=0.50 is derived analytically from the majority-eviction condition. When &gt;50% of working set misses fast memory, T_mem dominates regardless of coordination strategy. Platform-independent.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S=4.12 at theta_C: 10% reduction in R_C produces 41.2% latency increase. S drops to 0.31 well inside coordination-dominated regime. Abruptness threshold S*=2.0 exceeded by more than 2x at both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Critical: FlexGen -18.4% in coord-dominated but +8.2% in I/O-limited. DeepSpeed -23.6% vs +11.7%. This is ranking inversion, not just diminishing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ORION is a measurement instrument. Three subsystems make T_comp, T_mem, T_swap, T_sync individually observable at runtime. Key validation: four-term sum matches wall-clock within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Classifier enables adaptive switching. 21-69% of ORION's total gain is from the classifier vs hardware subsystems alone. Largest contribution in coordination-dominated regime where strategy choice has most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platforms executed identical probing sweep. Platform-specific shifts (e.g. TPU +0.03 on theta_B from SPMD collectives) affect precise threshold location but not existence of regime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from the paper. Ranking inversion most visible in panel (c). Panel (d) shows stability collapse in coordination-dominated regime under aggressive pipelining.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 structure is not LLM-specific. YOLOv8: frame-drop rate cut from 12% to 2.5% with ORION. BLIP2 and RAG show mid-inference regime transitions that fixed-strategy approaches cannot handle.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3.2x throughput-per-Watt gap between coordination-aligned and I/O-limited operation. Regime misalignment is a root cause of energy inefficiency, not just hardware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nuance: finite-size crossovers, not true thermodynamic phase transitions. But S=4.12 &gt;&gt; S*=2.0 means operationally indistinguishable at practical scales. S scales with L — larger models show sharper transitions.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limitations. Classifier generalisation is most important. MoE and speculative decoding extensions are natural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two ratios computable before deployment. Regime-aware design, not continuous tuning, is the right framing. Paper submitted to Research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2926080"/>
          </a:xfrm>
          <a:prstGeom prst="roundRect">
            <a:avLst>
              <a:gd name="adj" fmla="val 3125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669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1000" kern="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Regime-Dependent Limits of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Memory Orchestration for AI Inference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487168"/>
            <a:ext cx="6400800" cy="0"/>
          </a:xfrm>
          <a:prstGeom prst="line">
            <a:avLst/>
          </a:prstGeom>
          <a:noFill/>
          <a:ln w="12700">
            <a:solidFill>
              <a:srgbClr val="7EC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786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Lim  -  Samsung Electronics, Data Service Lab.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Sharpness at capacity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theta_C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2316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threshold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theta_C (analytic)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3484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(5-fold CV)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3703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794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46520" y="44531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gap across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regimes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The Hidden Cost of Memory Misalignment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foundation models exceed accelerator memory — inference latency is now governed by data coordination, not arithmetic throughput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trained, serving cost dominates the model's lifetime resource footprint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capacity, bandwidth, and interconnect latency are the binding constraints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Misaligned orchestration causes avoidable energy waste: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million tokens: 15.8 g (aligned) vs 42.5 g (I/O-limited)  —  a 2.7x penalty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91440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10058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2.7x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0" y="1664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penalty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I/O-limited vs aligned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228600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23774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 vs 42.5 g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0" y="30358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10^6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(IEA 2024 carbon intensity)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65760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7490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&gt;3x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0" y="4407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Throughput-per-Watt 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regimes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Question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932688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hierarchical memory orchestration a continuously optimisable problem — or does it admit intrinsic limits beyond which additional coordination cannot improve, and can worsen, latency?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153A1C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786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Optimisation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62656"/>
            <a:ext cx="35661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coordination always helps (with diminishing returns)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rankings are stable across configurations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parameters is the 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514600"/>
            <a:ext cx="3840480" cy="2331720"/>
          </a:xfrm>
          <a:prstGeom prst="roundRect">
            <a:avLst>
              <a:gd name="adj" fmla="val 3922"/>
            </a:avLst>
          </a:prstGeom>
          <a:solidFill>
            <a:srgbClr val="3A15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5786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Finding: Regime Structure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2962656"/>
            <a:ext cx="3566160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intrinsic regimes with abrupt transitions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rankings INVERT across regime boundaries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identification must precede optimisation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and the Unresolved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FlexGen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CPU/NVMe Offloading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0241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-3.1% (capacity-limited)  |  -18.4% (coord-dom)  |  +8.2% (I/O-limited)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37944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9293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DeepSpeed-Inference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2768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CPU/NVMe Offloading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975104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9933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-2.8% (capacity-limited)  |  -23.6% (coord-dom)  |  +11.7% (I/O-limited)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807208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2898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(PagedAttention)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KV-Cache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944368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96265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-1.2% (capacity-limited)  |  -19.1% (coord-dom)  |  +3.4% (I/O-limited)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76472"/>
            <a:ext cx="832104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867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SwapAdvisor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2153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GPU-CPU Swapping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913632"/>
            <a:ext cx="0" cy="548640"/>
          </a:xfrm>
          <a:prstGeom prst="line">
            <a:avLst/>
          </a:prstGeom>
          <a:noFill/>
          <a:ln w="6350">
            <a:solidFill>
              <a:srgbClr val="7EC8E3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931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within coordination regime; degrades near I/O boundary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4773168"/>
            <a:ext cx="8321040" cy="274320"/>
          </a:xfrm>
          <a:prstGeom prst="roundRect">
            <a:avLst>
              <a:gd name="adj" fmla="val 33333"/>
            </a:avLst>
          </a:prstGeom>
          <a:solidFill>
            <a:srgbClr val="3A251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8006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no unifying framework predicts when and why orchestration fails — regime-awareness is missing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Dimensionless Ratios Govern All Regimes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hierarchical-memory inference system is fully characterised by two dimensionless ratios: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 =  C_fast / 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Fast-Memory Residency Ratio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267712"/>
            <a:ext cx="3858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C_fast = GPU HBM resident memory capacity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W_param + W_act + W_kv  (active working set)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&lt; 0.50: majority of working set evicted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&gt;= 0.50: sufficient residency for coordination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60520" cy="3429000"/>
          </a:xfrm>
          <a:prstGeom prst="roundRect">
            <a:avLst>
              <a:gd name="adj" fmla="val 2667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3258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 =  B_slow * dt / 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00600" y="190195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Transfer-Pressure Ratio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2267712"/>
            <a:ext cx="38587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B_slow = sustained host-to-device bandwidth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compulsory data volume per inference step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&lt; 0.40: transfer demand saturates bandwidth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&gt;= 0.40: bandwidth headroom for orchestration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ratios computable from hardware datasheets + model cards — before running a single experiment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Operational Regimes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3D15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8696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Capacity-Limited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07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&lt; theta_C = 0.50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26151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memory cannot hold the active working set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eviction: T_mem dominates regardless of strategy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overhead becomes purely additive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increase HBM, reduce batch, quantise weights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gains: &lt;= 5% (negligible)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84124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153D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88696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Coordination-Dominated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307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&gt;= 0.50 AND R_B &gt;= 0.40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6704" y="1691640"/>
            <a:ext cx="26151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latency terms are of comparable magnitude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choice reshapes latency composition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delivers 18-27% latency gains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pipelining, KV-cache, compute-transfer overlap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gain: up to -27.1% (Llama-3 8B, A100)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841248"/>
            <a:ext cx="2834640" cy="4206240"/>
          </a:xfrm>
          <a:prstGeom prst="roundRect">
            <a:avLst>
              <a:gd name="adj" fmla="val 3226"/>
            </a:avLst>
          </a:prstGeom>
          <a:solidFill>
            <a:srgbClr val="3D280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886968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886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I/O-Limited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1307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&lt; theta_B = 0.40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615184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bandwidth approaches physical limit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T_swap dominates; coordination overhead is additive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FlexGen/DeepSpeed worsen latency 8-12%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reduce compulsory transfer volume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reduction -10% recovers 14.2% latency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Regime Map: Two Ratios, Three Zones</a:t>
            </a:r>
            <a:endParaRPr lang="en-US" sz="1800" dirty="0"/>
          </a:p>
        </p:txBody>
      </p:sp>
      <p:pic>
        <p:nvPicPr>
          <p:cNvPr id="4" name="Image 0" descr="/work/git-collect/orion_nature_20260628/figures/orion_regime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868680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theta_C = 0.50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5040" y="12893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(analytically derived)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892808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9385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theta_B = 0.40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35040" y="23134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(empirically calibrated)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916936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2962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+/- 0.05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3504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consistency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5 hardware platforms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941064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35040" y="3986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35040" y="4361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Sharpness at theta_C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(&gt; 2x abruptness threshold S*=2.0)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boundaries from real hardware measurements on 5 platforms (A100, TPU v4, Inferentia2, MI250, Optane-PMem)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Model and Structural Lower Bound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T_total  =  T_comp  +  T_mem  +  T_swap  +  T_sync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T_comp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T_mem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miss-driven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T_swap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Cross-tier 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536192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15819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9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T_sync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ops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651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Lower Bound (independent of orchestration policy):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T_total  &gt;=  rho * W * max(0, 1 - R_C)  +  D / B_slow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 = HBM miss-penalty per byte  (1.2-3.1 ns/byte across 5 platforms; measured via CUPTI streaming kernel)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holds regardless of scheduling or compute-transfer overlap strategy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regime boundaries: bound accounts for 78-84% of observed T_total; remaining 16-22% is T_sync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5171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 drives T_total to within 8-14% of this physical lower bound across all five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theta_C = 0.50: A Platform-Independent Derivation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960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C_miss  =  W - C_fast  =  W(1 - R_C)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897880" y="941832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Cache-miss volume per inference step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751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293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C_miss  &gt;  W / 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1911096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Majority-eviction condition: more than 50% of working set misses fast memory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07208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4436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8986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W(1 - R_C)  &gt;  W/2    =&gt;    R_C  &lt;  0.5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897880" y="288036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for R_C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7647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136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8679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theta_C  =  0.50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897880" y="3849624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rho, B_slow, or any hardware constant. Consistent +/-0.02 across all 5 platforms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3A251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7823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shortcut: compute R_C = C_fast / W from a hardware datasheet and a model card — no experiments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Transition Abruptness: Sharpness Coefficient 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 =  | d ln T_total / d ln R |   via symmetric finite differences, Delta_R = 0.05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22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theta_C  (+/-0.31, n=5)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drop in R_C -&gt; 41.2% latency rise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3.74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theta_B  (+/-0.27, n=5)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boundary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5727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6642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&lt; 0.4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2322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of coord-dominated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(near-zero sensitivity)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2A3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92608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One-sided Wilcoxon signed-rank  (H0: S &lt;= S* = 2.0)    </a:t>
            </a:r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Near-boundary: p &lt; 0.05  (two boundaries p &lt; 0.01)    </a:t>
            </a:r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Interior: p &gt; 0.40  — consistent with H0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line = abruptness threshold  S* = 2.0  (a 10% change in R produces &gt;20% latency change)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3913632"/>
          <a:ext cx="8412480" cy="1115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Strategy Rankings Invert Across Regime Boundaries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 8B  |  NVIDIA A100 (80 GB)  |  batch=8, seq=2048  |  mean +/- 95% bootstrap CI (n_eff=150)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61188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2103120"/>
                <a:gridCol w="2103120"/>
              </a:tblGrid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Capacity-Limited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R_C=0.35, R_B=0.55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Coord.-Dominated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R_C=0.70, R_B=0.55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D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I/O-Limited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R_C=0.70, R_B=0.18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800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 (baseline)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-3.1 +/- 0.5%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-18.4 +/- 1.3%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+8.2 +/- 0.9%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DeepSpeed-Inference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 +/- 0.4%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-23.6 +/- 1.5%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+11.7 +/- 1.1%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 (KV-cache)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-1.2 +/- 0.3%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-19.1 +/- 1.2%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+3.4 +/- 0.6%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 reduction -10%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 +/- 0.3%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 +/- 0.2%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-14.2 +/- 1.1%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ORION (adaptive)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-5.2 +/- 0.6%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-27.1 +/- 1.6%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-16.8 +/- 1.2%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773168"/>
            <a:ext cx="8503920" cy="274320"/>
          </a:xfrm>
          <a:prstGeom prst="roundRect">
            <a:avLst>
              <a:gd name="adj" fmla="val 33333"/>
            </a:avLst>
          </a:prstGeom>
          <a:solidFill>
            <a:srgbClr val="3A1E00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red = latency INCREASE (worse than baseline)  |  Ranking reversal, not diminishing returns, is the hallmark of genuine regime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Three-Subsystem Measurement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a measurement instrument for controlled traversal of the regime space — not a production serving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E2D4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1615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GPU Process Allocator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Reserves context IDs, memory pools, kernel queues up-front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memory segments across models (limits cache pollution)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Co-schedules I/O-intensive + compute-intensive models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direct observation of T_comp per kernel batch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1170432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1A2E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1615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Task Memory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46704" y="164592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NUMA-aware: mbind() + numa_alloc_onnode() per tensor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jemalloc heap: small objects separated from large tensors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T_access = T_local + gamma * T_remote  (gamma = NUMA penalty)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pressure predictor triggers mitigation early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170432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2E2A0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216152"/>
            <a:ext cx="2651760" cy="365760"/>
          </a:xfrm>
          <a:prstGeom prst="roundRect">
            <a:avLst>
              <a:gd name="adj" fmla="val 1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2161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GPU Booster (Swap)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Graph-walk identifies inactive tensors (KV caches, checkpoints)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PCIe DMA overlapped with computation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MB aligned swap units; priority-aware reload by reuse frequency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models up to 17B params on &lt;80 GB VRAM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4-term sum matches wall-clock within 3%  (mean residual 1.8%, s.d. 0.6%)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Classifier: Adaptive Strategy Switching at &lt;0.1 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CART Decision Tree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" y="1325880"/>
            <a:ext cx="484632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 (3): swap/compute ratio, cache hit rate, DMA utilisation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2,400 probing measurements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platforms x 3 regimes, balanced sampling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stratified 5-fold cross-validation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cost: &lt;0.1 ms per inference step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loop: classifies every 100 ms, switches strategy on regime change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contribution to ORION total gain: 21-69% (largest in coord-dom regime)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9144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77840" y="10058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577840" y="16642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accuracy (s.d. 1.2%)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22402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23317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&lt;0.1 ms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29900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cost per 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(negligible vs request latency)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77840" y="356616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3657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21-69%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577840" y="4315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contribution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total ORION gain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5047488"/>
            <a:ext cx="8503920" cy="0"/>
          </a:xfrm>
          <a:prstGeom prst="roundRect">
            <a:avLst>
              <a:gd name="adj" fmla="val Infinity"/>
            </a:avLst>
          </a:prstGeom>
          <a:solidFill>
            <a:srgbClr val="3A1515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93.4% accuracy is in-distribution (same 5 platforms). Generalisation to unseen hardware has not been validated.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Validation: Regime Structure is Universal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332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A100 (x2)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417320"/>
            <a:ext cx="2496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GB HBM  |  PyTorch 2.4, CUDA 12.2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experimental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332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TPU v4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417320"/>
            <a:ext cx="2496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 0.4.26, SPMD-style collectives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Delta_theta_B = +0.03 (elevated T_sync)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9601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033272"/>
            <a:ext cx="2514600" cy="329184"/>
          </a:xfrm>
          <a:prstGeom prst="roundRect">
            <a:avLst>
              <a:gd name="adj" fmla="val 13889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332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Inferentia2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07608" y="1417320"/>
            <a:ext cx="24963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NeuronSDK 2.18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host-device bandwidth; earlier I/O boundary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09194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136392"/>
            <a:ext cx="3909060" cy="329184"/>
          </a:xfrm>
          <a:prstGeom prst="roundRect">
            <a:avLst>
              <a:gd name="adj" fmla="val 13889"/>
            </a:avLst>
          </a:prstGeom>
          <a:solidFill>
            <a:srgbClr val="E09A40"/>
          </a:solidFill>
          <a:ln w="12700">
            <a:solidFill>
              <a:srgbClr val="E09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36392"/>
            <a:ext cx="39090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MI250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520440"/>
            <a:ext cx="38907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regime structure confirmed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03420" y="3063240"/>
            <a:ext cx="4091940" cy="1965960"/>
          </a:xfrm>
          <a:prstGeom prst="roundRect">
            <a:avLst>
              <a:gd name="adj" fmla="val 4651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4860" y="3136392"/>
            <a:ext cx="3909060" cy="329184"/>
          </a:xfrm>
          <a:prstGeom prst="roundRect">
            <a:avLst>
              <a:gd name="adj" fmla="val 13889"/>
            </a:avLst>
          </a:prstGeom>
          <a:solidFill>
            <a:srgbClr val="A680D4"/>
          </a:solidFill>
          <a:ln w="12700">
            <a:solidFill>
              <a:srgbClr val="A680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4860" y="3136392"/>
            <a:ext cx="39090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Optane-PMem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3148" y="3520440"/>
            <a:ext cx="38907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Xeon + Persistent Memory servers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PMem serves as intermediate DRAM tier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5093208"/>
            <a:ext cx="8503920" cy="0"/>
          </a:xfrm>
          <a:prstGeom prst="roundRect">
            <a:avLst>
              <a:gd name="adj" fmla="val Infinity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boundaries within +/-0.05 across 5 platforms  |  All results from real hardware — no simulation or emulation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Results: Regime-Oriented Probes</a:t>
            </a:r>
            <a:endParaRPr lang="en-US" sz="1800" dirty="0"/>
          </a:p>
        </p:txBody>
      </p:sp>
      <p:pic>
        <p:nvPicPr>
          <p:cNvPr id="4" name="Image 0" descr="/work/git-collect/orion_nature_20260628/figures/orion_consolid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41248"/>
            <a:ext cx="53949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86868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53328" y="9144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Load Time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53328" y="12161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Capacity-limited sensitivity: high W causes large load-time variance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87452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53328" y="192024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Memory Efficiency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53328" y="22219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Capacity-limited: working-set pressure vs memory efficiency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88036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53328" y="292608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Inference Latency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53328" y="32278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 all 3 regimes — ranking inversion visible at I/O boundary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886200"/>
            <a:ext cx="2880360" cy="841248"/>
          </a:xfrm>
          <a:prstGeom prst="roundRect">
            <a:avLst>
              <a:gd name="adj" fmla="val 10870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53328" y="39319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Stability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53328" y="42336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Coordination-dominated: T_sync spikes under aggressive pipelining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73752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(80GB) x2  |  Llama-3 8B  |  batch=8, seq=2048  |  error bars: bootstrap 95% CI (n_eff=150)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Generality: Regime Structure Beyond LLMs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regime framework governs any workload whose active working set can exceed fast-memory capacity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1E2A3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887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BLIP2 Visual QA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Regime: Coord-dom -&gt; I/O-limited (mid-inference)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= 0.53 -&gt; 0.51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= 0.43 -&gt; 0.31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-11.2 +/- 1.4%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+1.8% (FlexGen worsens — saturated path)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18688" y="1143000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1A2E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1887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(FAISS)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159105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Regime: Cap-limited -&gt; Coord-dom (mid-inference)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202996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= 0.46 -&gt; 0.58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= 0.42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25420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-17.4 +/- 1.8%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28416" y="2944368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-5.1% (misses adaptive coordination margin)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1143000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2E2A0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1188720"/>
            <a:ext cx="2651760" cy="347472"/>
          </a:xfrm>
          <a:prstGeom prst="roundRect">
            <a:avLst>
              <a:gd name="adj" fmla="val 13158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Edge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1591056"/>
            <a:ext cx="2633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Regime: I/O-limited (steady-state)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2029968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= 0.49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R_B = 0.22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91072" y="254203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ORION: -9.5 +/- 1.2%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91072" y="2944368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+7.8% (FlexGen worsens latency)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all three cases: observed regime matches (R_C, R_B) classifier prediction — two-ratio framework generalises across modality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Efficiency: Regime Misalignment as Root Cause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Throughput-per-Watt 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coord-dom vs I/O-limited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60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 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10^6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(R_B &gt;= 0.40, aligned)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601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42.5 g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6184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per 10^6 tokens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(R_B &lt; 0.20, I/O-limited)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Throughput-per-Watt  (normalised to PyTorch = 100)  |  Coordination-dominated regime  |  NVML 100ms power sampling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60320"/>
          <a:ext cx="8503920" cy="2029968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103120"/>
                <a:gridCol w="18288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Power (W)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 (tok/s)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Tput/Watt (norm.)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PyTorch (default)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 +/- 4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6,200 +/- 80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FlexGen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6,800 +/- 90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108.0 +/- 2.1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SwapAdvisor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7,040 +/- 95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110.0 +/- 2.2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7,120 +/- 90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112.0 +/- 2.1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ORION (adaptive)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 +/- 5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7,620 +/- 100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118.5 +/- 2.4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54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CO2 figures: IEA 2024 global average 494 gCO2/kWh  |  Grid-mix variability dominates CO2 uncertainty (+/-30%)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Crossover vs True Phase Transition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Thermodynamic Phase Transition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5876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size L -&gt; infinity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parameter changes discontinuously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Susceptibility (analogous to S) diverges at critical point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-&gt; infinity at the transition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happen in finite systems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1A3A1A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Finite-Size Crossover (our case)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5876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number of transformer layers (fixed, finite)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bounded; carries O(1/L) corrections from continuum limit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4.12 at theta_C — operationally indistinguishable from a true transition at any practical model scale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Sharpness scales with L: larger models -&gt; sharper transitions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the 'phase-like' qualifier used throughout the paper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implication: ORION addresses real operational crossovers — actionable at any model scale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8696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Generalisation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96012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 accuracy is in-distribution (same 5 platforms). Validation on unseen hardware, CXL-pooled memory, or novel bandwidth profiles is an open direction.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Scaling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196596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4-node A100 experiments show Delta_theta_B = +0.05 from inter-node coordination. Full characterisation of regime fragmentation at cluster scale remains open.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Hysteresis / Regime Memory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97180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hysteresis when workloads traverse boundaries in both directions suggests nonlinear cache-reuse effects. Exploiting this in adaptive scheduling is a concrete open problem.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904488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A680D4"/>
          </a:solidFill>
          <a:ln w="12700">
            <a:solidFill>
              <a:srgbClr val="A68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and Speculative Decoding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977640"/>
            <a:ext cx="6172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MoE: W_eff = W_param x (k/N_exp) + W_act + W_kv shifts R_C upward. Speculative decoding: draft and target models may occupy different regimes — requiring per-model (R_C, R_B) classification.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or Bayesian optimisation combined with boundary theory is a promising direction for within-regime optimal orchestration.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8503920" cy="1600200"/>
          </a:xfrm>
          <a:prstGeom prst="roundRect">
            <a:avLst>
              <a:gd name="adj" fmla="val 5714"/>
            </a:avLst>
          </a:prstGeom>
          <a:solidFill>
            <a:srgbClr val="1E3058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2103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memory orchestration for AI inference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a continuous optimisation problem — it is a regime-aware design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9476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Regime-Dependent Principle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intrinsic regimes with abrupt transitions; strategy rankings invert across boundaries — not just diminishing returns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36008" y="18745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9476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Minimal Analytical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22860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lower bound proving transitions are inevitable; theta_C=0.50 derived analytically; theta_B from 3 measurements in 10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3192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Multi-Platform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 within +/-0.05 across A100, TPU v4, Inferentia2, MI250, Optane-PMem — all real hardware, no simulation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36008" y="3246120"/>
            <a:ext cx="4133088" cy="1234440"/>
          </a:xfrm>
          <a:prstGeom prst="roundRect">
            <a:avLst>
              <a:gd name="adj" fmla="val 7407"/>
            </a:avLst>
          </a:prstGeom>
          <a:solidFill>
            <a:srgbClr val="243354"/>
          </a:solidFill>
          <a:ln w="6350">
            <a:solidFill>
              <a:srgbClr val="7EC8E3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3319272"/>
            <a:ext cx="3858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Workload Generality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657600"/>
            <a:ext cx="3858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BLIP2, RAG, YOLOv8 all exhibit the same three-regime structure — framework is architecture-agnostic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R_C and R_B are computable from hardware datasheets and model cards — no experiments required.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ORION: Regime-Dependent Limits of Hierarchical Memory Orchestration</dc:title>
  <dc:subject>PptxGenJS Presentation</dc:subject>
  <dc:creator>Geunsik Lim</dc:creator>
  <cp:lastModifiedBy>Geunsik Lim</cp:lastModifiedBy>
  <cp:revision>1</cp:revision>
  <dcterms:created xsi:type="dcterms:W3CDTF">2026-07-01T07:19:43Z</dcterms:created>
  <dcterms:modified xsi:type="dcterms:W3CDTF">2026-07-01T07:19:43Z</dcterms:modified>
</cp:coreProperties>
</file>